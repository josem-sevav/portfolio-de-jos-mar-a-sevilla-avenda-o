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383625" cx="15119350"/>
  <p:notesSz cx="6858000" cy="9144000"/>
  <p:embeddedFontLst>
    <p:embeddedFont>
      <p:font typeface="Play"/>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iraCGhNVkhiRzm8271/39+XXoa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133951" y="3499590"/>
            <a:ext cx="12851448" cy="744466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921"/>
              <a:buFont typeface="Play"/>
              <a:buNone/>
              <a:defRPr sz="992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subTitle"/>
          </p:nvPr>
        </p:nvSpPr>
        <p:spPr>
          <a:xfrm>
            <a:off x="1889919" y="11231355"/>
            <a:ext cx="11339513" cy="51627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654"/>
              </a:spcBef>
              <a:spcAft>
                <a:spcPts val="0"/>
              </a:spcAft>
              <a:buClr>
                <a:schemeClr val="dk1"/>
              </a:buClr>
              <a:buSzPts val="3968"/>
              <a:buNone/>
              <a:defRPr sz="3968"/>
            </a:lvl1pPr>
            <a:lvl2pPr lvl="1" algn="ctr">
              <a:lnSpc>
                <a:spcPct val="90000"/>
              </a:lnSpc>
              <a:spcBef>
                <a:spcPts val="827"/>
              </a:spcBef>
              <a:spcAft>
                <a:spcPts val="0"/>
              </a:spcAft>
              <a:buClr>
                <a:schemeClr val="dk1"/>
              </a:buClr>
              <a:buSzPts val="3307"/>
              <a:buNone/>
              <a:defRPr sz="3307"/>
            </a:lvl2pPr>
            <a:lvl3pPr lvl="2" algn="ctr">
              <a:lnSpc>
                <a:spcPct val="90000"/>
              </a:lnSpc>
              <a:spcBef>
                <a:spcPts val="827"/>
              </a:spcBef>
              <a:spcAft>
                <a:spcPts val="0"/>
              </a:spcAft>
              <a:buClr>
                <a:schemeClr val="dk1"/>
              </a:buClr>
              <a:buSzPts val="2976"/>
              <a:buNone/>
              <a:defRPr sz="2976"/>
            </a:lvl3pPr>
            <a:lvl4pPr lvl="3" algn="ctr">
              <a:lnSpc>
                <a:spcPct val="90000"/>
              </a:lnSpc>
              <a:spcBef>
                <a:spcPts val="827"/>
              </a:spcBef>
              <a:spcAft>
                <a:spcPts val="0"/>
              </a:spcAft>
              <a:buClr>
                <a:schemeClr val="dk1"/>
              </a:buClr>
              <a:buSzPts val="2646"/>
              <a:buNone/>
              <a:defRPr sz="2646"/>
            </a:lvl4pPr>
            <a:lvl5pPr lvl="4" algn="ctr">
              <a:lnSpc>
                <a:spcPct val="90000"/>
              </a:lnSpc>
              <a:spcBef>
                <a:spcPts val="827"/>
              </a:spcBef>
              <a:spcAft>
                <a:spcPts val="0"/>
              </a:spcAft>
              <a:buClr>
                <a:schemeClr val="dk1"/>
              </a:buClr>
              <a:buSzPts val="2646"/>
              <a:buNone/>
              <a:defRPr sz="2646"/>
            </a:lvl5pPr>
            <a:lvl6pPr lvl="5" algn="ctr">
              <a:lnSpc>
                <a:spcPct val="90000"/>
              </a:lnSpc>
              <a:spcBef>
                <a:spcPts val="827"/>
              </a:spcBef>
              <a:spcAft>
                <a:spcPts val="0"/>
              </a:spcAft>
              <a:buClr>
                <a:schemeClr val="dk1"/>
              </a:buClr>
              <a:buSzPts val="2646"/>
              <a:buNone/>
              <a:defRPr sz="2646"/>
            </a:lvl6pPr>
            <a:lvl7pPr lvl="6" algn="ctr">
              <a:lnSpc>
                <a:spcPct val="90000"/>
              </a:lnSpc>
              <a:spcBef>
                <a:spcPts val="827"/>
              </a:spcBef>
              <a:spcAft>
                <a:spcPts val="0"/>
              </a:spcAft>
              <a:buClr>
                <a:schemeClr val="dk1"/>
              </a:buClr>
              <a:buSzPts val="2646"/>
              <a:buNone/>
              <a:defRPr sz="2646"/>
            </a:lvl7pPr>
            <a:lvl8pPr lvl="7" algn="ctr">
              <a:lnSpc>
                <a:spcPct val="90000"/>
              </a:lnSpc>
              <a:spcBef>
                <a:spcPts val="827"/>
              </a:spcBef>
              <a:spcAft>
                <a:spcPts val="0"/>
              </a:spcAft>
              <a:buClr>
                <a:schemeClr val="dk1"/>
              </a:buClr>
              <a:buSzPts val="2646"/>
              <a:buNone/>
              <a:defRPr sz="2646"/>
            </a:lvl8pPr>
            <a:lvl9pPr lvl="8" algn="ctr">
              <a:lnSpc>
                <a:spcPct val="90000"/>
              </a:lnSpc>
              <a:spcBef>
                <a:spcPts val="827"/>
              </a:spcBef>
              <a:spcAft>
                <a:spcPts val="0"/>
              </a:spcAft>
              <a:buClr>
                <a:schemeClr val="dk1"/>
              </a:buClr>
              <a:buSzPts val="2646"/>
              <a:buNone/>
              <a:defRPr sz="2646"/>
            </a:lvl9pPr>
          </a:lstStyle>
          <a:p/>
        </p:txBody>
      </p:sp>
      <p:sp>
        <p:nvSpPr>
          <p:cNvPr id="14" name="Google Shape;14;p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20" name="Google Shape;20;p4"/>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1031582" y="5331063"/>
            <a:ext cx="13040439" cy="88949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921"/>
              <a:buFont typeface="Play"/>
              <a:buNone/>
              <a:defRPr sz="992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1031582" y="14310205"/>
            <a:ext cx="13040439" cy="46776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rgbClr val="757575"/>
              </a:buClr>
              <a:buSzPts val="3968"/>
              <a:buNone/>
              <a:defRPr sz="3968">
                <a:solidFill>
                  <a:srgbClr val="757575"/>
                </a:solidFill>
              </a:defRPr>
            </a:lvl1pPr>
            <a:lvl2pPr indent="-228600" lvl="1" marL="914400" algn="l">
              <a:lnSpc>
                <a:spcPct val="90000"/>
              </a:lnSpc>
              <a:spcBef>
                <a:spcPts val="827"/>
              </a:spcBef>
              <a:spcAft>
                <a:spcPts val="0"/>
              </a:spcAft>
              <a:buClr>
                <a:srgbClr val="757575"/>
              </a:buClr>
              <a:buSzPts val="3307"/>
              <a:buNone/>
              <a:defRPr sz="3307">
                <a:solidFill>
                  <a:srgbClr val="757575"/>
                </a:solidFill>
              </a:defRPr>
            </a:lvl2pPr>
            <a:lvl3pPr indent="-228600" lvl="2" marL="1371600" algn="l">
              <a:lnSpc>
                <a:spcPct val="90000"/>
              </a:lnSpc>
              <a:spcBef>
                <a:spcPts val="827"/>
              </a:spcBef>
              <a:spcAft>
                <a:spcPts val="0"/>
              </a:spcAft>
              <a:buClr>
                <a:srgbClr val="757575"/>
              </a:buClr>
              <a:buSzPts val="2976"/>
              <a:buNone/>
              <a:defRPr sz="2976">
                <a:solidFill>
                  <a:srgbClr val="757575"/>
                </a:solidFill>
              </a:defRPr>
            </a:lvl3pPr>
            <a:lvl4pPr indent="-228600" lvl="3" marL="1828800" algn="l">
              <a:lnSpc>
                <a:spcPct val="90000"/>
              </a:lnSpc>
              <a:spcBef>
                <a:spcPts val="827"/>
              </a:spcBef>
              <a:spcAft>
                <a:spcPts val="0"/>
              </a:spcAft>
              <a:buClr>
                <a:srgbClr val="757575"/>
              </a:buClr>
              <a:buSzPts val="2646"/>
              <a:buNone/>
              <a:defRPr sz="2646">
                <a:solidFill>
                  <a:srgbClr val="757575"/>
                </a:solidFill>
              </a:defRPr>
            </a:lvl4pPr>
            <a:lvl5pPr indent="-228600" lvl="4" marL="2286000" algn="l">
              <a:lnSpc>
                <a:spcPct val="90000"/>
              </a:lnSpc>
              <a:spcBef>
                <a:spcPts val="827"/>
              </a:spcBef>
              <a:spcAft>
                <a:spcPts val="0"/>
              </a:spcAft>
              <a:buClr>
                <a:srgbClr val="757575"/>
              </a:buClr>
              <a:buSzPts val="2646"/>
              <a:buNone/>
              <a:defRPr sz="2646">
                <a:solidFill>
                  <a:srgbClr val="757575"/>
                </a:solidFill>
              </a:defRPr>
            </a:lvl5pPr>
            <a:lvl6pPr indent="-228600" lvl="5" marL="2743200" algn="l">
              <a:lnSpc>
                <a:spcPct val="90000"/>
              </a:lnSpc>
              <a:spcBef>
                <a:spcPts val="827"/>
              </a:spcBef>
              <a:spcAft>
                <a:spcPts val="0"/>
              </a:spcAft>
              <a:buClr>
                <a:srgbClr val="757575"/>
              </a:buClr>
              <a:buSzPts val="2646"/>
              <a:buNone/>
              <a:defRPr sz="2646">
                <a:solidFill>
                  <a:srgbClr val="757575"/>
                </a:solidFill>
              </a:defRPr>
            </a:lvl6pPr>
            <a:lvl7pPr indent="-228600" lvl="6" marL="3200400" algn="l">
              <a:lnSpc>
                <a:spcPct val="90000"/>
              </a:lnSpc>
              <a:spcBef>
                <a:spcPts val="827"/>
              </a:spcBef>
              <a:spcAft>
                <a:spcPts val="0"/>
              </a:spcAft>
              <a:buClr>
                <a:srgbClr val="757575"/>
              </a:buClr>
              <a:buSzPts val="2646"/>
              <a:buNone/>
              <a:defRPr sz="2646">
                <a:solidFill>
                  <a:srgbClr val="757575"/>
                </a:solidFill>
              </a:defRPr>
            </a:lvl7pPr>
            <a:lvl8pPr indent="-228600" lvl="7" marL="3657600" algn="l">
              <a:lnSpc>
                <a:spcPct val="90000"/>
              </a:lnSpc>
              <a:spcBef>
                <a:spcPts val="827"/>
              </a:spcBef>
              <a:spcAft>
                <a:spcPts val="0"/>
              </a:spcAft>
              <a:buClr>
                <a:srgbClr val="757575"/>
              </a:buClr>
              <a:buSzPts val="2646"/>
              <a:buNone/>
              <a:defRPr sz="2646">
                <a:solidFill>
                  <a:srgbClr val="757575"/>
                </a:solidFill>
              </a:defRPr>
            </a:lvl8pPr>
            <a:lvl9pPr indent="-228600" lvl="8" marL="4114800" algn="l">
              <a:lnSpc>
                <a:spcPct val="90000"/>
              </a:lnSpc>
              <a:spcBef>
                <a:spcPts val="827"/>
              </a:spcBef>
              <a:spcAft>
                <a:spcPts val="0"/>
              </a:spcAft>
              <a:buClr>
                <a:srgbClr val="757575"/>
              </a:buClr>
              <a:buSzPts val="2646"/>
              <a:buNone/>
              <a:defRPr sz="2646">
                <a:solidFill>
                  <a:srgbClr val="757575"/>
                </a:solidFill>
              </a:defRPr>
            </a:lvl9pPr>
          </a:lstStyle>
          <a:p/>
        </p:txBody>
      </p:sp>
      <p:sp>
        <p:nvSpPr>
          <p:cNvPr id="26" name="Google Shape;26;p5"/>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 type="body"/>
          </p:nvPr>
        </p:nvSpPr>
        <p:spPr>
          <a:xfrm>
            <a:off x="1039455"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2" name="Google Shape;32;p6"/>
          <p:cNvSpPr txBox="1"/>
          <p:nvPr>
            <p:ph idx="2" type="body"/>
          </p:nvPr>
        </p:nvSpPr>
        <p:spPr>
          <a:xfrm>
            <a:off x="7654171" y="5692400"/>
            <a:ext cx="6425724" cy="135677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33" name="Google Shape;33;p6"/>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1041425"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 type="body"/>
          </p:nvPr>
        </p:nvSpPr>
        <p:spPr>
          <a:xfrm>
            <a:off x="1041426" y="5241960"/>
            <a:ext cx="63961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39" name="Google Shape;39;p7"/>
          <p:cNvSpPr txBox="1"/>
          <p:nvPr>
            <p:ph idx="2" type="body"/>
          </p:nvPr>
        </p:nvSpPr>
        <p:spPr>
          <a:xfrm>
            <a:off x="1041426" y="7810963"/>
            <a:ext cx="63961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0" name="Google Shape;40;p7"/>
          <p:cNvSpPr txBox="1"/>
          <p:nvPr>
            <p:ph idx="3" type="body"/>
          </p:nvPr>
        </p:nvSpPr>
        <p:spPr>
          <a:xfrm>
            <a:off x="7654172" y="5241960"/>
            <a:ext cx="6427693" cy="256900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3968"/>
              <a:buNone/>
              <a:defRPr b="1" sz="3968"/>
            </a:lvl1pPr>
            <a:lvl2pPr indent="-228600" lvl="1" marL="914400" algn="l">
              <a:lnSpc>
                <a:spcPct val="90000"/>
              </a:lnSpc>
              <a:spcBef>
                <a:spcPts val="827"/>
              </a:spcBef>
              <a:spcAft>
                <a:spcPts val="0"/>
              </a:spcAft>
              <a:buClr>
                <a:schemeClr val="dk1"/>
              </a:buClr>
              <a:buSzPts val="3307"/>
              <a:buNone/>
              <a:defRPr b="1" sz="3307"/>
            </a:lvl2pPr>
            <a:lvl3pPr indent="-228600" lvl="2" marL="1371600" algn="l">
              <a:lnSpc>
                <a:spcPct val="90000"/>
              </a:lnSpc>
              <a:spcBef>
                <a:spcPts val="827"/>
              </a:spcBef>
              <a:spcAft>
                <a:spcPts val="0"/>
              </a:spcAft>
              <a:buClr>
                <a:schemeClr val="dk1"/>
              </a:buClr>
              <a:buSzPts val="2976"/>
              <a:buNone/>
              <a:defRPr b="1" sz="2976"/>
            </a:lvl3pPr>
            <a:lvl4pPr indent="-228600" lvl="3" marL="1828800" algn="l">
              <a:lnSpc>
                <a:spcPct val="90000"/>
              </a:lnSpc>
              <a:spcBef>
                <a:spcPts val="827"/>
              </a:spcBef>
              <a:spcAft>
                <a:spcPts val="0"/>
              </a:spcAft>
              <a:buClr>
                <a:schemeClr val="dk1"/>
              </a:buClr>
              <a:buSzPts val="2646"/>
              <a:buNone/>
              <a:defRPr b="1" sz="2646"/>
            </a:lvl4pPr>
            <a:lvl5pPr indent="-228600" lvl="4" marL="2286000" algn="l">
              <a:lnSpc>
                <a:spcPct val="90000"/>
              </a:lnSpc>
              <a:spcBef>
                <a:spcPts val="827"/>
              </a:spcBef>
              <a:spcAft>
                <a:spcPts val="0"/>
              </a:spcAft>
              <a:buClr>
                <a:schemeClr val="dk1"/>
              </a:buClr>
              <a:buSzPts val="2646"/>
              <a:buNone/>
              <a:defRPr b="1" sz="2646"/>
            </a:lvl5pPr>
            <a:lvl6pPr indent="-228600" lvl="5" marL="2743200" algn="l">
              <a:lnSpc>
                <a:spcPct val="90000"/>
              </a:lnSpc>
              <a:spcBef>
                <a:spcPts val="827"/>
              </a:spcBef>
              <a:spcAft>
                <a:spcPts val="0"/>
              </a:spcAft>
              <a:buClr>
                <a:schemeClr val="dk1"/>
              </a:buClr>
              <a:buSzPts val="2646"/>
              <a:buNone/>
              <a:defRPr b="1" sz="2646"/>
            </a:lvl6pPr>
            <a:lvl7pPr indent="-228600" lvl="6" marL="3200400" algn="l">
              <a:lnSpc>
                <a:spcPct val="90000"/>
              </a:lnSpc>
              <a:spcBef>
                <a:spcPts val="827"/>
              </a:spcBef>
              <a:spcAft>
                <a:spcPts val="0"/>
              </a:spcAft>
              <a:buClr>
                <a:schemeClr val="dk1"/>
              </a:buClr>
              <a:buSzPts val="2646"/>
              <a:buNone/>
              <a:defRPr b="1" sz="2646"/>
            </a:lvl7pPr>
            <a:lvl8pPr indent="-228600" lvl="7" marL="3657600" algn="l">
              <a:lnSpc>
                <a:spcPct val="90000"/>
              </a:lnSpc>
              <a:spcBef>
                <a:spcPts val="827"/>
              </a:spcBef>
              <a:spcAft>
                <a:spcPts val="0"/>
              </a:spcAft>
              <a:buClr>
                <a:schemeClr val="dk1"/>
              </a:buClr>
              <a:buSzPts val="2646"/>
              <a:buNone/>
              <a:defRPr b="1" sz="2646"/>
            </a:lvl8pPr>
            <a:lvl9pPr indent="-228600" lvl="8" marL="4114800" algn="l">
              <a:lnSpc>
                <a:spcPct val="90000"/>
              </a:lnSpc>
              <a:spcBef>
                <a:spcPts val="827"/>
              </a:spcBef>
              <a:spcAft>
                <a:spcPts val="0"/>
              </a:spcAft>
              <a:buClr>
                <a:schemeClr val="dk1"/>
              </a:buClr>
              <a:buSzPts val="2646"/>
              <a:buNone/>
              <a:defRPr b="1" sz="2646"/>
            </a:lvl9pPr>
          </a:lstStyle>
          <a:p/>
        </p:txBody>
      </p:sp>
      <p:sp>
        <p:nvSpPr>
          <p:cNvPr id="41" name="Google Shape;41;p7"/>
          <p:cNvSpPr txBox="1"/>
          <p:nvPr>
            <p:ph idx="4" type="body"/>
          </p:nvPr>
        </p:nvSpPr>
        <p:spPr>
          <a:xfrm>
            <a:off x="7654172" y="7810963"/>
            <a:ext cx="6427693" cy="114887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42" name="Google Shape;42;p7"/>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 type="body"/>
          </p:nvPr>
        </p:nvSpPr>
        <p:spPr>
          <a:xfrm>
            <a:off x="6427693" y="3078850"/>
            <a:ext cx="7654171" cy="15196234"/>
          </a:xfrm>
          <a:prstGeom prst="rect">
            <a:avLst/>
          </a:prstGeom>
          <a:noFill/>
          <a:ln>
            <a:noFill/>
          </a:ln>
        </p:spPr>
        <p:txBody>
          <a:bodyPr anchorCtr="0" anchor="t" bIns="45700" lIns="91425" spcFirstLastPara="1" rIns="91425" wrap="square" tIns="45700">
            <a:normAutofit/>
          </a:bodyPr>
          <a:lstStyle>
            <a:lvl1pPr indent="-564578" lvl="0" marL="457200" algn="l">
              <a:lnSpc>
                <a:spcPct val="90000"/>
              </a:lnSpc>
              <a:spcBef>
                <a:spcPts val="1654"/>
              </a:spcBef>
              <a:spcAft>
                <a:spcPts val="0"/>
              </a:spcAft>
              <a:buClr>
                <a:schemeClr val="dk1"/>
              </a:buClr>
              <a:buSzPts val="5291"/>
              <a:buChar char="•"/>
              <a:defRPr sz="5291"/>
            </a:lvl1pPr>
            <a:lvl2pPr indent="-522605" lvl="1" marL="914400" algn="l">
              <a:lnSpc>
                <a:spcPct val="90000"/>
              </a:lnSpc>
              <a:spcBef>
                <a:spcPts val="827"/>
              </a:spcBef>
              <a:spcAft>
                <a:spcPts val="0"/>
              </a:spcAft>
              <a:buClr>
                <a:schemeClr val="dk1"/>
              </a:buClr>
              <a:buSzPts val="4630"/>
              <a:buChar char="•"/>
              <a:defRPr sz="4630"/>
            </a:lvl2pPr>
            <a:lvl3pPr indent="-480567" lvl="2" marL="1371600" algn="l">
              <a:lnSpc>
                <a:spcPct val="90000"/>
              </a:lnSpc>
              <a:spcBef>
                <a:spcPts val="827"/>
              </a:spcBef>
              <a:spcAft>
                <a:spcPts val="0"/>
              </a:spcAft>
              <a:buClr>
                <a:schemeClr val="dk1"/>
              </a:buClr>
              <a:buSzPts val="3968"/>
              <a:buChar char="•"/>
              <a:defRPr sz="3968"/>
            </a:lvl3pPr>
            <a:lvl4pPr indent="-438594" lvl="3" marL="1828800" algn="l">
              <a:lnSpc>
                <a:spcPct val="90000"/>
              </a:lnSpc>
              <a:spcBef>
                <a:spcPts val="827"/>
              </a:spcBef>
              <a:spcAft>
                <a:spcPts val="0"/>
              </a:spcAft>
              <a:buClr>
                <a:schemeClr val="dk1"/>
              </a:buClr>
              <a:buSzPts val="3307"/>
              <a:buChar char="•"/>
              <a:defRPr sz="3307"/>
            </a:lvl4pPr>
            <a:lvl5pPr indent="-438594" lvl="4" marL="2286000" algn="l">
              <a:lnSpc>
                <a:spcPct val="90000"/>
              </a:lnSpc>
              <a:spcBef>
                <a:spcPts val="827"/>
              </a:spcBef>
              <a:spcAft>
                <a:spcPts val="0"/>
              </a:spcAft>
              <a:buClr>
                <a:schemeClr val="dk1"/>
              </a:buClr>
              <a:buSzPts val="3307"/>
              <a:buChar char="•"/>
              <a:defRPr sz="3307"/>
            </a:lvl5pPr>
            <a:lvl6pPr indent="-438594" lvl="5" marL="2743200" algn="l">
              <a:lnSpc>
                <a:spcPct val="90000"/>
              </a:lnSpc>
              <a:spcBef>
                <a:spcPts val="827"/>
              </a:spcBef>
              <a:spcAft>
                <a:spcPts val="0"/>
              </a:spcAft>
              <a:buClr>
                <a:schemeClr val="dk1"/>
              </a:buClr>
              <a:buSzPts val="3307"/>
              <a:buChar char="•"/>
              <a:defRPr sz="3307"/>
            </a:lvl6pPr>
            <a:lvl7pPr indent="-438594" lvl="6" marL="3200400" algn="l">
              <a:lnSpc>
                <a:spcPct val="90000"/>
              </a:lnSpc>
              <a:spcBef>
                <a:spcPts val="827"/>
              </a:spcBef>
              <a:spcAft>
                <a:spcPts val="0"/>
              </a:spcAft>
              <a:buClr>
                <a:schemeClr val="dk1"/>
              </a:buClr>
              <a:buSzPts val="3307"/>
              <a:buChar char="•"/>
              <a:defRPr sz="3307"/>
            </a:lvl7pPr>
            <a:lvl8pPr indent="-438594" lvl="7" marL="3657600" algn="l">
              <a:lnSpc>
                <a:spcPct val="90000"/>
              </a:lnSpc>
              <a:spcBef>
                <a:spcPts val="827"/>
              </a:spcBef>
              <a:spcAft>
                <a:spcPts val="0"/>
              </a:spcAft>
              <a:buClr>
                <a:schemeClr val="dk1"/>
              </a:buClr>
              <a:buSzPts val="3307"/>
              <a:buChar char="•"/>
              <a:defRPr sz="3307"/>
            </a:lvl8pPr>
            <a:lvl9pPr indent="-438594" lvl="8" marL="4114800" algn="l">
              <a:lnSpc>
                <a:spcPct val="90000"/>
              </a:lnSpc>
              <a:spcBef>
                <a:spcPts val="827"/>
              </a:spcBef>
              <a:spcAft>
                <a:spcPts val="0"/>
              </a:spcAft>
              <a:buClr>
                <a:schemeClr val="dk1"/>
              </a:buClr>
              <a:buSzPts val="3307"/>
              <a:buChar char="•"/>
              <a:defRPr sz="3307"/>
            </a:lvl9pPr>
          </a:lstStyle>
          <a:p/>
        </p:txBody>
      </p:sp>
      <p:sp>
        <p:nvSpPr>
          <p:cNvPr id="57" name="Google Shape;57;p10"/>
          <p:cNvSpPr txBox="1"/>
          <p:nvPr>
            <p:ph idx="2"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58" name="Google Shape;58;p10"/>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041425" y="1425575"/>
            <a:ext cx="4876384" cy="49895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91"/>
              <a:buFont typeface="Play"/>
              <a:buNone/>
              <a:defRPr sz="529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p:nvPr>
            <p:ph idx="2" type="pic"/>
          </p:nvPr>
        </p:nvSpPr>
        <p:spPr>
          <a:xfrm>
            <a:off x="6427693" y="3078850"/>
            <a:ext cx="7654171" cy="15196234"/>
          </a:xfrm>
          <a:prstGeom prst="rect">
            <a:avLst/>
          </a:prstGeom>
          <a:noFill/>
          <a:ln>
            <a:noFill/>
          </a:ln>
        </p:spPr>
      </p:sp>
      <p:sp>
        <p:nvSpPr>
          <p:cNvPr id="64" name="Google Shape;64;p11"/>
          <p:cNvSpPr txBox="1"/>
          <p:nvPr>
            <p:ph idx="1" type="body"/>
          </p:nvPr>
        </p:nvSpPr>
        <p:spPr>
          <a:xfrm>
            <a:off x="1041425" y="6415088"/>
            <a:ext cx="4876384" cy="11884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654"/>
              </a:spcBef>
              <a:spcAft>
                <a:spcPts val="0"/>
              </a:spcAft>
              <a:buClr>
                <a:schemeClr val="dk1"/>
              </a:buClr>
              <a:buSzPts val="2646"/>
              <a:buNone/>
              <a:defRPr sz="2646"/>
            </a:lvl1pPr>
            <a:lvl2pPr indent="-228600" lvl="1" marL="914400" algn="l">
              <a:lnSpc>
                <a:spcPct val="90000"/>
              </a:lnSpc>
              <a:spcBef>
                <a:spcPts val="827"/>
              </a:spcBef>
              <a:spcAft>
                <a:spcPts val="0"/>
              </a:spcAft>
              <a:buClr>
                <a:schemeClr val="dk1"/>
              </a:buClr>
              <a:buSzPts val="2315"/>
              <a:buNone/>
              <a:defRPr sz="2315"/>
            </a:lvl2pPr>
            <a:lvl3pPr indent="-228600" lvl="2" marL="1371600" algn="l">
              <a:lnSpc>
                <a:spcPct val="90000"/>
              </a:lnSpc>
              <a:spcBef>
                <a:spcPts val="827"/>
              </a:spcBef>
              <a:spcAft>
                <a:spcPts val="0"/>
              </a:spcAft>
              <a:buClr>
                <a:schemeClr val="dk1"/>
              </a:buClr>
              <a:buSzPts val="1984"/>
              <a:buNone/>
              <a:defRPr sz="1984"/>
            </a:lvl3pPr>
            <a:lvl4pPr indent="-228600" lvl="3" marL="1828800" algn="l">
              <a:lnSpc>
                <a:spcPct val="90000"/>
              </a:lnSpc>
              <a:spcBef>
                <a:spcPts val="827"/>
              </a:spcBef>
              <a:spcAft>
                <a:spcPts val="0"/>
              </a:spcAft>
              <a:buClr>
                <a:schemeClr val="dk1"/>
              </a:buClr>
              <a:buSzPts val="1654"/>
              <a:buNone/>
              <a:defRPr sz="1654"/>
            </a:lvl4pPr>
            <a:lvl5pPr indent="-228600" lvl="4" marL="2286000" algn="l">
              <a:lnSpc>
                <a:spcPct val="90000"/>
              </a:lnSpc>
              <a:spcBef>
                <a:spcPts val="827"/>
              </a:spcBef>
              <a:spcAft>
                <a:spcPts val="0"/>
              </a:spcAft>
              <a:buClr>
                <a:schemeClr val="dk1"/>
              </a:buClr>
              <a:buSzPts val="1654"/>
              <a:buNone/>
              <a:defRPr sz="1654"/>
            </a:lvl5pPr>
            <a:lvl6pPr indent="-228600" lvl="5" marL="2743200" algn="l">
              <a:lnSpc>
                <a:spcPct val="90000"/>
              </a:lnSpc>
              <a:spcBef>
                <a:spcPts val="827"/>
              </a:spcBef>
              <a:spcAft>
                <a:spcPts val="0"/>
              </a:spcAft>
              <a:buClr>
                <a:schemeClr val="dk1"/>
              </a:buClr>
              <a:buSzPts val="1654"/>
              <a:buNone/>
              <a:defRPr sz="1654"/>
            </a:lvl6pPr>
            <a:lvl7pPr indent="-228600" lvl="6" marL="3200400" algn="l">
              <a:lnSpc>
                <a:spcPct val="90000"/>
              </a:lnSpc>
              <a:spcBef>
                <a:spcPts val="827"/>
              </a:spcBef>
              <a:spcAft>
                <a:spcPts val="0"/>
              </a:spcAft>
              <a:buClr>
                <a:schemeClr val="dk1"/>
              </a:buClr>
              <a:buSzPts val="1654"/>
              <a:buNone/>
              <a:defRPr sz="1654"/>
            </a:lvl7pPr>
            <a:lvl8pPr indent="-228600" lvl="7" marL="3657600" algn="l">
              <a:lnSpc>
                <a:spcPct val="90000"/>
              </a:lnSpc>
              <a:spcBef>
                <a:spcPts val="827"/>
              </a:spcBef>
              <a:spcAft>
                <a:spcPts val="0"/>
              </a:spcAft>
              <a:buClr>
                <a:schemeClr val="dk1"/>
              </a:buClr>
              <a:buSzPts val="1654"/>
              <a:buNone/>
              <a:defRPr sz="1654"/>
            </a:lvl8pPr>
            <a:lvl9pPr indent="-228600" lvl="8" marL="4114800" algn="l">
              <a:lnSpc>
                <a:spcPct val="90000"/>
              </a:lnSpc>
              <a:spcBef>
                <a:spcPts val="827"/>
              </a:spcBef>
              <a:spcAft>
                <a:spcPts val="0"/>
              </a:spcAft>
              <a:buClr>
                <a:schemeClr val="dk1"/>
              </a:buClr>
              <a:buSzPts val="1654"/>
              <a:buNone/>
              <a:defRPr sz="1654"/>
            </a:lvl9pPr>
          </a:lstStyle>
          <a:p/>
        </p:txBody>
      </p:sp>
      <p:sp>
        <p:nvSpPr>
          <p:cNvPr id="65" name="Google Shape;65;p11"/>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775818" y="5956038"/>
            <a:ext cx="13567714" cy="130404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71" name="Google Shape;71;p1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3389024" y="8569242"/>
            <a:ext cx="18121634" cy="326011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3225692" y="5403628"/>
            <a:ext cx="18121634" cy="959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654"/>
              </a:spcBef>
              <a:spcAft>
                <a:spcPts val="0"/>
              </a:spcAft>
              <a:buClr>
                <a:schemeClr val="dk1"/>
              </a:buClr>
              <a:buSzPts val="1800"/>
              <a:buChar char="•"/>
              <a:defRPr/>
            </a:lvl1pPr>
            <a:lvl2pPr indent="-342900" lvl="1" marL="914400" algn="l">
              <a:lnSpc>
                <a:spcPct val="90000"/>
              </a:lnSpc>
              <a:spcBef>
                <a:spcPts val="827"/>
              </a:spcBef>
              <a:spcAft>
                <a:spcPts val="0"/>
              </a:spcAft>
              <a:buClr>
                <a:schemeClr val="dk1"/>
              </a:buClr>
              <a:buSzPts val="1800"/>
              <a:buChar char="•"/>
              <a:defRPr/>
            </a:lvl2pPr>
            <a:lvl3pPr indent="-342900" lvl="2" marL="1371600" algn="l">
              <a:lnSpc>
                <a:spcPct val="90000"/>
              </a:lnSpc>
              <a:spcBef>
                <a:spcPts val="827"/>
              </a:spcBef>
              <a:spcAft>
                <a:spcPts val="0"/>
              </a:spcAft>
              <a:buClr>
                <a:schemeClr val="dk1"/>
              </a:buClr>
              <a:buSzPts val="1800"/>
              <a:buChar char="•"/>
              <a:defRPr/>
            </a:lvl3pPr>
            <a:lvl4pPr indent="-342900" lvl="3" marL="1828800" algn="l">
              <a:lnSpc>
                <a:spcPct val="90000"/>
              </a:lnSpc>
              <a:spcBef>
                <a:spcPts val="827"/>
              </a:spcBef>
              <a:spcAft>
                <a:spcPts val="0"/>
              </a:spcAft>
              <a:buClr>
                <a:schemeClr val="dk1"/>
              </a:buClr>
              <a:buSzPts val="1800"/>
              <a:buChar char="•"/>
              <a:defRPr/>
            </a:lvl4pPr>
            <a:lvl5pPr indent="-342900" lvl="4" marL="2286000" algn="l">
              <a:lnSpc>
                <a:spcPct val="90000"/>
              </a:lnSpc>
              <a:spcBef>
                <a:spcPts val="827"/>
              </a:spcBef>
              <a:spcAft>
                <a:spcPts val="0"/>
              </a:spcAft>
              <a:buClr>
                <a:schemeClr val="dk1"/>
              </a:buClr>
              <a:buSzPts val="1800"/>
              <a:buChar char="•"/>
              <a:defRPr/>
            </a:lvl5pPr>
            <a:lvl6pPr indent="-342900" lvl="5" marL="2743200" algn="l">
              <a:lnSpc>
                <a:spcPct val="90000"/>
              </a:lnSpc>
              <a:spcBef>
                <a:spcPts val="827"/>
              </a:spcBef>
              <a:spcAft>
                <a:spcPts val="0"/>
              </a:spcAft>
              <a:buClr>
                <a:schemeClr val="dk1"/>
              </a:buClr>
              <a:buSzPts val="1800"/>
              <a:buChar char="•"/>
              <a:defRPr/>
            </a:lvl6pPr>
            <a:lvl7pPr indent="-342900" lvl="6" marL="3200400" algn="l">
              <a:lnSpc>
                <a:spcPct val="90000"/>
              </a:lnSpc>
              <a:spcBef>
                <a:spcPts val="827"/>
              </a:spcBef>
              <a:spcAft>
                <a:spcPts val="0"/>
              </a:spcAft>
              <a:buClr>
                <a:schemeClr val="dk1"/>
              </a:buClr>
              <a:buSzPts val="1800"/>
              <a:buChar char="•"/>
              <a:defRPr/>
            </a:lvl7pPr>
            <a:lvl8pPr indent="-342900" lvl="7" marL="3657600" algn="l">
              <a:lnSpc>
                <a:spcPct val="90000"/>
              </a:lnSpc>
              <a:spcBef>
                <a:spcPts val="827"/>
              </a:spcBef>
              <a:spcAft>
                <a:spcPts val="0"/>
              </a:spcAft>
              <a:buClr>
                <a:schemeClr val="dk1"/>
              </a:buClr>
              <a:buSzPts val="1800"/>
              <a:buChar char="•"/>
              <a:defRPr/>
            </a:lvl8pPr>
            <a:lvl9pPr indent="-342900" lvl="8" marL="4114800" algn="l">
              <a:lnSpc>
                <a:spcPct val="90000"/>
              </a:lnSpc>
              <a:spcBef>
                <a:spcPts val="827"/>
              </a:spcBef>
              <a:spcAft>
                <a:spcPts val="0"/>
              </a:spcAft>
              <a:buClr>
                <a:schemeClr val="dk1"/>
              </a:buClr>
              <a:buSzPts val="1800"/>
              <a:buChar char="•"/>
              <a:defRPr/>
            </a:lvl9pPr>
          </a:lstStyle>
          <a:p/>
        </p:txBody>
      </p:sp>
      <p:sp>
        <p:nvSpPr>
          <p:cNvPr id="77" name="Google Shape;77;p13"/>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039456" y="1138485"/>
            <a:ext cx="13040439" cy="413317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7275"/>
              <a:buFont typeface="Play"/>
              <a:buNone/>
              <a:defRPr b="0" i="0" sz="7275"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039456" y="5692400"/>
            <a:ext cx="13040439" cy="13567714"/>
          </a:xfrm>
          <a:prstGeom prst="rect">
            <a:avLst/>
          </a:prstGeom>
          <a:noFill/>
          <a:ln>
            <a:noFill/>
          </a:ln>
        </p:spPr>
        <p:txBody>
          <a:bodyPr anchorCtr="0" anchor="t" bIns="45700" lIns="91425" spcFirstLastPara="1" rIns="91425" wrap="square" tIns="45700">
            <a:normAutofit/>
          </a:bodyPr>
          <a:lstStyle>
            <a:lvl1pPr indent="-522605" lvl="0" marL="457200" marR="0" rtl="0" algn="l">
              <a:lnSpc>
                <a:spcPct val="90000"/>
              </a:lnSpc>
              <a:spcBef>
                <a:spcPts val="1654"/>
              </a:spcBef>
              <a:spcAft>
                <a:spcPts val="0"/>
              </a:spcAft>
              <a:buClr>
                <a:schemeClr val="dk1"/>
              </a:buClr>
              <a:buSzPts val="4630"/>
              <a:buFont typeface="Arial"/>
              <a:buChar char="•"/>
              <a:defRPr b="0" i="0" sz="4630" u="none" cap="none" strike="noStrike">
                <a:solidFill>
                  <a:schemeClr val="dk1"/>
                </a:solidFill>
                <a:latin typeface="Arial"/>
                <a:ea typeface="Arial"/>
                <a:cs typeface="Arial"/>
                <a:sym typeface="Arial"/>
              </a:defRPr>
            </a:lvl1pPr>
            <a:lvl2pPr indent="-480568" lvl="1" marL="914400" marR="0" rtl="0" algn="l">
              <a:lnSpc>
                <a:spcPct val="90000"/>
              </a:lnSpc>
              <a:spcBef>
                <a:spcPts val="827"/>
              </a:spcBef>
              <a:spcAft>
                <a:spcPts val="0"/>
              </a:spcAft>
              <a:buClr>
                <a:schemeClr val="dk1"/>
              </a:buClr>
              <a:buSzPts val="3968"/>
              <a:buFont typeface="Arial"/>
              <a:buChar char="•"/>
              <a:defRPr b="0" i="0" sz="3968" u="none" cap="none" strike="noStrike">
                <a:solidFill>
                  <a:schemeClr val="dk1"/>
                </a:solidFill>
                <a:latin typeface="Arial"/>
                <a:ea typeface="Arial"/>
                <a:cs typeface="Arial"/>
                <a:sym typeface="Arial"/>
              </a:defRPr>
            </a:lvl2pPr>
            <a:lvl3pPr indent="-438594" lvl="2" marL="1371600" marR="0" rtl="0" algn="l">
              <a:lnSpc>
                <a:spcPct val="90000"/>
              </a:lnSpc>
              <a:spcBef>
                <a:spcPts val="827"/>
              </a:spcBef>
              <a:spcAft>
                <a:spcPts val="0"/>
              </a:spcAft>
              <a:buClr>
                <a:schemeClr val="dk1"/>
              </a:buClr>
              <a:buSzPts val="3307"/>
              <a:buFont typeface="Arial"/>
              <a:buChar char="•"/>
              <a:defRPr b="0" i="0" sz="3307" u="none" cap="none" strike="noStrike">
                <a:solidFill>
                  <a:schemeClr val="dk1"/>
                </a:solidFill>
                <a:latin typeface="Arial"/>
                <a:ea typeface="Arial"/>
                <a:cs typeface="Arial"/>
                <a:sym typeface="Arial"/>
              </a:defRPr>
            </a:lvl3pPr>
            <a:lvl4pPr indent="-417575" lvl="3" marL="1828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4pPr>
            <a:lvl5pPr indent="-417576" lvl="4" marL="22860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5pPr>
            <a:lvl6pPr indent="-417576" lvl="5" marL="27432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6pPr>
            <a:lvl7pPr indent="-417576" lvl="6" marL="32004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7pPr>
            <a:lvl8pPr indent="-417576" lvl="7" marL="36576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8pPr>
            <a:lvl9pPr indent="-417576" lvl="8" marL="4114800" marR="0" rtl="0" algn="l">
              <a:lnSpc>
                <a:spcPct val="90000"/>
              </a:lnSpc>
              <a:spcBef>
                <a:spcPts val="827"/>
              </a:spcBef>
              <a:spcAft>
                <a:spcPts val="0"/>
              </a:spcAft>
              <a:buClr>
                <a:schemeClr val="dk1"/>
              </a:buClr>
              <a:buSzPts val="2976"/>
              <a:buFont typeface="Arial"/>
              <a:buChar char="•"/>
              <a:defRPr b="0" i="0" sz="2976"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1039455" y="19819457"/>
            <a:ext cx="3401854" cy="11384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984"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5008285" y="19819457"/>
            <a:ext cx="5102781" cy="11384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984"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10678041" y="19819457"/>
            <a:ext cx="3401854" cy="11384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984"/>
              <a:buFont typeface="Arial"/>
              <a:buNone/>
              <a:defRPr b="0" i="0" sz="1984"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4000">
              <a:schemeClr val="lt1"/>
            </a:gs>
            <a:gs pos="99000">
              <a:srgbClr val="59C2E3">
                <a:alpha val="24313"/>
              </a:srgbClr>
            </a:gs>
            <a:gs pos="100000">
              <a:srgbClr val="59C2E3">
                <a:alpha val="24313"/>
              </a:srgbClr>
            </a:gs>
          </a:gsLst>
          <a:lin ang="2700000" scaled="0"/>
        </a:gradFill>
      </p:bgPr>
    </p:bg>
    <p:spTree>
      <p:nvGrpSpPr>
        <p:cNvPr id="83" name="Shape 83"/>
        <p:cNvGrpSpPr/>
        <p:nvPr/>
      </p:nvGrpSpPr>
      <p:grpSpPr>
        <a:xfrm>
          <a:off x="0" y="0"/>
          <a:ext cx="0" cy="0"/>
          <a:chOff x="0" y="0"/>
          <a:chExt cx="0" cy="0"/>
        </a:xfrm>
      </p:grpSpPr>
      <p:grpSp>
        <p:nvGrpSpPr>
          <p:cNvPr id="84" name="Google Shape;84;p1"/>
          <p:cNvGrpSpPr/>
          <p:nvPr/>
        </p:nvGrpSpPr>
        <p:grpSpPr>
          <a:xfrm>
            <a:off x="225175" y="3477533"/>
            <a:ext cx="14669100" cy="2243592"/>
            <a:chOff x="225175" y="3930299"/>
            <a:chExt cx="14669100" cy="2243592"/>
          </a:xfrm>
        </p:grpSpPr>
        <p:sp>
          <p:nvSpPr>
            <p:cNvPr id="85" name="Google Shape;85;p1"/>
            <p:cNvSpPr/>
            <p:nvPr/>
          </p:nvSpPr>
          <p:spPr>
            <a:xfrm>
              <a:off x="225175" y="4212791"/>
              <a:ext cx="14669100" cy="1961100"/>
            </a:xfrm>
            <a:prstGeom prst="roundRect">
              <a:avLst>
                <a:gd fmla="val 9702"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80000"/>
                </a:lnSpc>
                <a:spcBef>
                  <a:spcPts val="0"/>
                </a:spcBef>
                <a:spcAft>
                  <a:spcPts val="0"/>
                </a:spcAft>
                <a:buClr>
                  <a:schemeClr val="dk1"/>
                </a:buClr>
                <a:buSzPts val="1100"/>
                <a:buFont typeface="Arial"/>
                <a:buNone/>
              </a:pPr>
              <a:r>
                <a:t/>
              </a:r>
              <a:endParaRPr sz="1600">
                <a:solidFill>
                  <a:schemeClr val="dk1"/>
                </a:solidFill>
              </a:endParaRPr>
            </a:p>
            <a:p>
              <a:pPr indent="0" lvl="0" marL="0" marR="0" rtl="0" algn="just">
                <a:lnSpc>
                  <a:spcPct val="80000"/>
                </a:lnSpc>
                <a:spcBef>
                  <a:spcPts val="0"/>
                </a:spcBef>
                <a:spcAft>
                  <a:spcPts val="0"/>
                </a:spcAft>
                <a:buClr>
                  <a:schemeClr val="dk1"/>
                </a:buClr>
                <a:buSzPts val="1100"/>
                <a:buFont typeface="Arial"/>
                <a:buNone/>
              </a:pPr>
              <a:r>
                <a:rPr b="0" lang="es-ES" sz="1600" u="none" cap="none" strike="noStrike">
                  <a:solidFill>
                    <a:schemeClr val="dk1"/>
                  </a:solidFill>
                  <a:latin typeface="Arial"/>
                  <a:ea typeface="Arial"/>
                  <a:cs typeface="Arial"/>
                  <a:sym typeface="Arial"/>
                </a:rPr>
                <a:t>La obesidad es una condición metabólica compleja que se caracteriza por un exceso de tejido adiposo que altera múltiples procesos fisiológicos. Es un gran problema de salud pública a nivel mundial debido a su asociación con enfermedades cardiovasculares, la diabetes tipo 2, además de ciertos tipos de cáncer. </a:t>
              </a:r>
              <a:endParaRPr b="0" sz="1600" u="none" cap="none" strike="noStrike">
                <a:solidFill>
                  <a:schemeClr val="dk1"/>
                </a:solidFill>
                <a:latin typeface="Arial"/>
                <a:ea typeface="Arial"/>
                <a:cs typeface="Arial"/>
                <a:sym typeface="Arial"/>
              </a:endParaRPr>
            </a:p>
            <a:p>
              <a:pPr indent="0" lvl="0" marL="0" marR="0" rtl="0" algn="just">
                <a:lnSpc>
                  <a:spcPct val="80000"/>
                </a:lnSpc>
                <a:spcBef>
                  <a:spcPts val="0"/>
                </a:spcBef>
                <a:spcAft>
                  <a:spcPts val="0"/>
                </a:spcAft>
                <a:buClr>
                  <a:schemeClr val="dk1"/>
                </a:buClr>
                <a:buSzPts val="1100"/>
                <a:buFont typeface="Arial"/>
                <a:buNone/>
              </a:pPr>
              <a:r>
                <a:rPr lang="es-ES" sz="1600">
                  <a:solidFill>
                    <a:schemeClr val="dk1"/>
                  </a:solidFill>
                </a:rPr>
                <a:t>El objetivo de este proyecto se centra en evaluar la expresión de 37 genes en 59 pacientes con el objetivo de identificar patrones explicativos de características clínicas como el IMC. Además se tendrán en cuenta variables sociodemográficas como edad y sexo. Para ello se aplicarán técnicas de reducción de la dimensionalidad, análisis descriptivos y modelos predictivos.</a:t>
              </a:r>
              <a:endParaRPr b="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sz="1600" u="none" cap="none" strike="noStrike">
                <a:solidFill>
                  <a:schemeClr val="dk1"/>
                </a:solidFill>
                <a:latin typeface="Arial"/>
                <a:ea typeface="Arial"/>
                <a:cs typeface="Arial"/>
                <a:sym typeface="Arial"/>
              </a:endParaRPr>
            </a:p>
          </p:txBody>
        </p:sp>
        <p:sp>
          <p:nvSpPr>
            <p:cNvPr id="86" name="Google Shape;86;p1"/>
            <p:cNvSpPr/>
            <p:nvPr/>
          </p:nvSpPr>
          <p:spPr>
            <a:xfrm>
              <a:off x="518258" y="3930299"/>
              <a:ext cx="5838092" cy="633046"/>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Arial"/>
                  <a:ea typeface="Arial"/>
                  <a:cs typeface="Arial"/>
                  <a:sym typeface="Arial"/>
                </a:rPr>
                <a:t>INTRODUCCIÓN</a:t>
              </a:r>
              <a:endParaRPr b="1" i="0" sz="2800" u="none" cap="none" strike="noStrike">
                <a:solidFill>
                  <a:schemeClr val="lt1"/>
                </a:solidFill>
                <a:latin typeface="Arial"/>
                <a:ea typeface="Arial"/>
                <a:cs typeface="Arial"/>
                <a:sym typeface="Arial"/>
              </a:endParaRPr>
            </a:p>
          </p:txBody>
        </p:sp>
      </p:grpSp>
      <p:grpSp>
        <p:nvGrpSpPr>
          <p:cNvPr id="87" name="Google Shape;87;p1"/>
          <p:cNvGrpSpPr/>
          <p:nvPr/>
        </p:nvGrpSpPr>
        <p:grpSpPr>
          <a:xfrm>
            <a:off x="225164" y="17741446"/>
            <a:ext cx="8392634" cy="3218881"/>
            <a:chOff x="225181" y="17401305"/>
            <a:chExt cx="8557800" cy="4063731"/>
          </a:xfrm>
        </p:grpSpPr>
        <p:sp>
          <p:nvSpPr>
            <p:cNvPr id="88" name="Google Shape;88;p1"/>
            <p:cNvSpPr/>
            <p:nvPr/>
          </p:nvSpPr>
          <p:spPr>
            <a:xfrm>
              <a:off x="225181" y="17936736"/>
              <a:ext cx="8557800" cy="3528300"/>
            </a:xfrm>
            <a:prstGeom prst="roundRect">
              <a:avLst>
                <a:gd fmla="val 8415"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100000"/>
                </a:lnSpc>
                <a:spcBef>
                  <a:spcPts val="0"/>
                </a:spcBef>
                <a:spcAft>
                  <a:spcPts val="0"/>
                </a:spcAft>
                <a:buClr>
                  <a:srgbClr val="000000"/>
                </a:buClr>
                <a:buSzPts val="1600"/>
                <a:buFont typeface="Arial"/>
                <a:buNone/>
              </a:pPr>
              <a:r>
                <a:rPr lang="es-ES" sz="1600"/>
                <a:t>La representación poblacional en el plano PC1–PC2 muestra un solapamiento entre las categorías de IMC, sin una separación clara entre normopeso, sobrepeso y obesidad, lo que indica una capacidad limitada del PCA para discriminar el estado ponderal. No obstante, el análisis de la gráfica de variables y del heatmap pone de manifiesto la implicación de genes relacionados con el balance energético y la homeostasis metabólica, como LEPR, POMC, FTO y GIPR. Desde un punto de vista inferencial, no se observaron asociaciones estadísticamente significativas entre las componentes principales y la obesidad, incluso tras considerar variables sociodemográficas, lo que sugiere una relación compleja y multifactorial.</a:t>
              </a:r>
              <a:endParaRPr b="0" sz="1600" u="none" cap="none" strike="noStrike">
                <a:solidFill>
                  <a:srgbClr val="000000"/>
                </a:solidFill>
                <a:latin typeface="Arial"/>
                <a:ea typeface="Arial"/>
                <a:cs typeface="Arial"/>
                <a:sym typeface="Arial"/>
              </a:endParaRPr>
            </a:p>
          </p:txBody>
        </p:sp>
        <p:sp>
          <p:nvSpPr>
            <p:cNvPr id="89" name="Google Shape;89;p1"/>
            <p:cNvSpPr/>
            <p:nvPr/>
          </p:nvSpPr>
          <p:spPr>
            <a:xfrm>
              <a:off x="537053" y="17401305"/>
              <a:ext cx="5838000" cy="7959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Arial"/>
                  <a:ea typeface="Arial"/>
                  <a:cs typeface="Arial"/>
                  <a:sym typeface="Arial"/>
                </a:rPr>
                <a:t>DISCUSIÓN</a:t>
              </a:r>
              <a:endParaRPr b="0" i="0" sz="1400" u="none" cap="none" strike="noStrike">
                <a:solidFill>
                  <a:srgbClr val="000000"/>
                </a:solidFill>
                <a:latin typeface="Arial"/>
                <a:ea typeface="Arial"/>
                <a:cs typeface="Arial"/>
                <a:sym typeface="Arial"/>
              </a:endParaRPr>
            </a:p>
          </p:txBody>
        </p:sp>
      </p:grpSp>
      <p:grpSp>
        <p:nvGrpSpPr>
          <p:cNvPr id="90" name="Google Shape;90;p1"/>
          <p:cNvGrpSpPr/>
          <p:nvPr/>
        </p:nvGrpSpPr>
        <p:grpSpPr>
          <a:xfrm>
            <a:off x="8747718" y="17741520"/>
            <a:ext cx="6146735" cy="3185099"/>
            <a:chOff x="7016804" y="17347201"/>
            <a:chExt cx="7877400" cy="3185099"/>
          </a:xfrm>
        </p:grpSpPr>
        <p:sp>
          <p:nvSpPr>
            <p:cNvPr id="91" name="Google Shape;91;p1"/>
            <p:cNvSpPr/>
            <p:nvPr/>
          </p:nvSpPr>
          <p:spPr>
            <a:xfrm>
              <a:off x="7016804" y="17783100"/>
              <a:ext cx="7877400" cy="2749200"/>
            </a:xfrm>
            <a:prstGeom prst="roundRect">
              <a:avLst>
                <a:gd fmla="val 9702"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80000"/>
                </a:lnSpc>
                <a:spcBef>
                  <a:spcPts val="0"/>
                </a:spcBef>
                <a:spcAft>
                  <a:spcPts val="0"/>
                </a:spcAft>
                <a:buClr>
                  <a:srgbClr val="000000"/>
                </a:buClr>
                <a:buSzPts val="1600"/>
                <a:buFont typeface="Arial"/>
                <a:buNone/>
              </a:pPr>
              <a:r>
                <a:rPr lang="es-ES" sz="1600">
                  <a:solidFill>
                    <a:schemeClr val="dk1"/>
                  </a:solidFill>
                </a:rPr>
                <a:t>Los resultados obtenidos son coherentes con el carácter exploratorio del análisis y sugieren que las diferencias clínicas no quedan plenamente capturadas por el análisis de componentes principales. La gráfica de variables y el heatmap reflejan cómo varios genes contribuyen de forma conjunta a diferentes procesos relacionados con el metabolismo. En conjunto, los resultados apoyan la relevancia biológica del conjunto génico analizado. Sin embargo, estos resultados deben interpretarse con cautela, ya que el tamaño muestral limitado y la variabilidad biológica pueden haber condicionado la capacidad del modelo para detectar asociaciones relevantes.</a:t>
              </a:r>
              <a:endParaRPr b="0" sz="1600" u="none" cap="none" strike="noStrike">
                <a:solidFill>
                  <a:schemeClr val="dk1"/>
                </a:solidFill>
                <a:latin typeface="Arial"/>
                <a:ea typeface="Arial"/>
                <a:cs typeface="Arial"/>
                <a:sym typeface="Arial"/>
              </a:endParaRPr>
            </a:p>
          </p:txBody>
        </p:sp>
        <p:sp>
          <p:nvSpPr>
            <p:cNvPr id="92" name="Google Shape;92;p1"/>
            <p:cNvSpPr/>
            <p:nvPr/>
          </p:nvSpPr>
          <p:spPr>
            <a:xfrm>
              <a:off x="7271785" y="17347201"/>
              <a:ext cx="5838000" cy="618300"/>
            </a:xfrm>
            <a:prstGeom prst="roundRect">
              <a:avLst>
                <a:gd fmla="val 16667" name="adj"/>
              </a:avLst>
            </a:prstGeom>
            <a:gradFill>
              <a:gsLst>
                <a:gs pos="0">
                  <a:srgbClr val="59C2E3"/>
                </a:gs>
                <a:gs pos="100000">
                  <a:srgbClr val="4196C9"/>
                </a:gs>
              </a:gsLst>
              <a:lin ang="27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Arial"/>
                  <a:ea typeface="Arial"/>
                  <a:cs typeface="Arial"/>
                  <a:sym typeface="Arial"/>
                </a:rPr>
                <a:t>CONCLUSIONES</a:t>
              </a:r>
              <a:endParaRPr b="0" i="0" sz="1400" u="none" cap="none" strike="noStrike">
                <a:solidFill>
                  <a:srgbClr val="000000"/>
                </a:solidFill>
                <a:latin typeface="Arial"/>
                <a:ea typeface="Arial"/>
                <a:cs typeface="Arial"/>
                <a:sym typeface="Arial"/>
              </a:endParaRPr>
            </a:p>
          </p:txBody>
        </p:sp>
      </p:grpSp>
      <p:pic>
        <p:nvPicPr>
          <p:cNvPr id="93" name="Google Shape;93;p1"/>
          <p:cNvPicPr preferRelativeResize="0"/>
          <p:nvPr/>
        </p:nvPicPr>
        <p:blipFill rotWithShape="1">
          <a:blip r:embed="rId3">
            <a:alphaModFix/>
          </a:blip>
          <a:srcRect b="0" l="0" r="0" t="0"/>
          <a:stretch/>
        </p:blipFill>
        <p:spPr>
          <a:xfrm>
            <a:off x="12550767" y="-95516"/>
            <a:ext cx="2325820" cy="1400890"/>
          </a:xfrm>
          <a:prstGeom prst="rect">
            <a:avLst/>
          </a:prstGeom>
          <a:noFill/>
          <a:ln>
            <a:noFill/>
          </a:ln>
        </p:spPr>
      </p:pic>
      <p:grpSp>
        <p:nvGrpSpPr>
          <p:cNvPr id="94" name="Google Shape;94;p1"/>
          <p:cNvGrpSpPr/>
          <p:nvPr/>
        </p:nvGrpSpPr>
        <p:grpSpPr>
          <a:xfrm>
            <a:off x="116425" y="8374630"/>
            <a:ext cx="14669100" cy="9156946"/>
            <a:chOff x="4055" y="8099341"/>
            <a:chExt cx="14669100" cy="9889779"/>
          </a:xfrm>
        </p:grpSpPr>
        <p:sp>
          <p:nvSpPr>
            <p:cNvPr id="95" name="Google Shape;95;p1"/>
            <p:cNvSpPr/>
            <p:nvPr/>
          </p:nvSpPr>
          <p:spPr>
            <a:xfrm>
              <a:off x="4055" y="8849620"/>
              <a:ext cx="14669100" cy="9139500"/>
            </a:xfrm>
            <a:prstGeom prst="roundRect">
              <a:avLst>
                <a:gd fmla="val 1988"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ctr">
                <a:lnSpc>
                  <a:spcPct val="80000"/>
                </a:lnSpc>
                <a:spcBef>
                  <a:spcPts val="0"/>
                </a:spcBef>
                <a:spcAft>
                  <a:spcPts val="0"/>
                </a:spcAft>
                <a:buClr>
                  <a:srgbClr val="000000"/>
                </a:buClr>
                <a:buSzPts val="2400"/>
                <a:buFont typeface="Arial"/>
                <a:buNone/>
              </a:pPr>
              <a:r>
                <a:t/>
              </a:r>
              <a:endParaRPr b="0" i="1" sz="2400" u="none" cap="none" strike="noStrike">
                <a:solidFill>
                  <a:schemeClr val="dk1"/>
                </a:solidFill>
                <a:latin typeface="Arial"/>
                <a:ea typeface="Arial"/>
                <a:cs typeface="Arial"/>
                <a:sym typeface="Arial"/>
              </a:endParaRPr>
            </a:p>
          </p:txBody>
        </p:sp>
        <p:sp>
          <p:nvSpPr>
            <p:cNvPr id="96" name="Google Shape;96;p1"/>
            <p:cNvSpPr/>
            <p:nvPr/>
          </p:nvSpPr>
          <p:spPr>
            <a:xfrm>
              <a:off x="337763" y="8099341"/>
              <a:ext cx="5838000" cy="633000"/>
            </a:xfrm>
            <a:prstGeom prst="roundRect">
              <a:avLst>
                <a:gd fmla="val 16667" name="adj"/>
              </a:avLst>
            </a:prstGeom>
            <a:gradFill>
              <a:gsLst>
                <a:gs pos="0">
                  <a:srgbClr val="59C2E3"/>
                </a:gs>
                <a:gs pos="100000">
                  <a:srgbClr val="4196C9"/>
                </a:gs>
              </a:gsLst>
              <a:lin ang="2700006"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Arial"/>
                  <a:ea typeface="Arial"/>
                  <a:cs typeface="Arial"/>
                  <a:sym typeface="Arial"/>
                </a:rPr>
                <a:t>RESULTADOS</a:t>
              </a:r>
              <a:endParaRPr b="0" i="0" sz="1400" u="none" cap="none" strike="noStrike">
                <a:solidFill>
                  <a:srgbClr val="000000"/>
                </a:solidFill>
                <a:latin typeface="Arial"/>
                <a:ea typeface="Arial"/>
                <a:cs typeface="Arial"/>
                <a:sym typeface="Arial"/>
              </a:endParaRPr>
            </a:p>
          </p:txBody>
        </p:sp>
      </p:grpSp>
      <p:grpSp>
        <p:nvGrpSpPr>
          <p:cNvPr id="97" name="Google Shape;97;p1"/>
          <p:cNvGrpSpPr/>
          <p:nvPr/>
        </p:nvGrpSpPr>
        <p:grpSpPr>
          <a:xfrm>
            <a:off x="0" y="-5895"/>
            <a:ext cx="3397496" cy="2303046"/>
            <a:chOff x="0" y="-5895"/>
            <a:chExt cx="4834200" cy="3276938"/>
          </a:xfrm>
        </p:grpSpPr>
        <p:pic>
          <p:nvPicPr>
            <p:cNvPr id="98" name="Google Shape;98;p1"/>
            <p:cNvPicPr preferRelativeResize="0"/>
            <p:nvPr/>
          </p:nvPicPr>
          <p:blipFill rotWithShape="1">
            <a:blip r:embed="rId4">
              <a:alphaModFix/>
            </a:blip>
            <a:srcRect b="0" l="0" r="0" t="0"/>
            <a:stretch/>
          </p:blipFill>
          <p:spPr>
            <a:xfrm>
              <a:off x="0" y="-5895"/>
              <a:ext cx="4834200" cy="3276938"/>
            </a:xfrm>
            <a:prstGeom prst="rect">
              <a:avLst/>
            </a:prstGeom>
            <a:noFill/>
            <a:ln>
              <a:noFill/>
            </a:ln>
          </p:spPr>
        </p:pic>
        <p:sp>
          <p:nvSpPr>
            <p:cNvPr id="99" name="Google Shape;99;p1"/>
            <p:cNvSpPr/>
            <p:nvPr/>
          </p:nvSpPr>
          <p:spPr>
            <a:xfrm>
              <a:off x="964642" y="1549130"/>
              <a:ext cx="2257529" cy="6715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0" name="Google Shape;100;p1"/>
          <p:cNvSpPr/>
          <p:nvPr/>
        </p:nvSpPr>
        <p:spPr>
          <a:xfrm>
            <a:off x="677950" y="1217843"/>
            <a:ext cx="13763400" cy="2153700"/>
          </a:xfrm>
          <a:prstGeom prst="roundRect">
            <a:avLst>
              <a:gd fmla="val 9702" name="adj"/>
            </a:avLst>
          </a:prstGeom>
          <a:solidFill>
            <a:srgbClr val="4196C9"/>
          </a:solidFill>
          <a:ln>
            <a:noFill/>
          </a:ln>
        </p:spPr>
        <p:txBody>
          <a:bodyPr anchorCtr="0" anchor="ctr" bIns="45700" lIns="90000" spcFirstLastPara="1" rIns="91425" wrap="square" tIns="46800">
            <a:noAutofit/>
          </a:bodyPr>
          <a:lstStyle/>
          <a:p>
            <a:pPr indent="0" lvl="0" marL="0" marR="0" rtl="0" algn="ctr">
              <a:lnSpc>
                <a:spcPct val="100000"/>
              </a:lnSpc>
              <a:spcBef>
                <a:spcPts val="0"/>
              </a:spcBef>
              <a:spcAft>
                <a:spcPts val="0"/>
              </a:spcAft>
              <a:buClr>
                <a:srgbClr val="FFFFFF"/>
              </a:buClr>
              <a:buSzPts val="4400"/>
              <a:buFont typeface="Arial"/>
              <a:buNone/>
            </a:pPr>
            <a:r>
              <a:t/>
            </a:r>
            <a:endParaRPr b="1" i="0" sz="33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400"/>
              <a:buFont typeface="Arial"/>
              <a:buNone/>
            </a:pPr>
            <a:r>
              <a:rPr b="1" lang="es-ES" sz="3300">
                <a:solidFill>
                  <a:srgbClr val="FFFFFF"/>
                </a:solidFill>
              </a:rPr>
              <a:t>Proyecto Transversal en R (I): Análisis de bioestadística aplicada a la expresión génica en Los Simpson</a:t>
            </a:r>
            <a:endParaRPr b="1" i="0" sz="33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1" i="1" lang="es-ES" sz="2400">
                <a:solidFill>
                  <a:srgbClr val="FFFFFF"/>
                </a:solidFill>
              </a:rPr>
              <a:t>Estadística y R para Ciencias de la Salud</a:t>
            </a:r>
            <a:endParaRPr b="1" i="1" sz="2400" u="none" cap="none" strike="noStrike">
              <a:solidFill>
                <a:srgbClr val="FFFFFF"/>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1100"/>
              <a:buFont typeface="Arial"/>
              <a:buNone/>
            </a:pPr>
            <a:r>
              <a:rPr b="1" i="1" lang="es-ES" sz="1700" u="none" cap="none" strike="noStrike">
                <a:solidFill>
                  <a:srgbClr val="FFFFFF"/>
                </a:solidFill>
                <a:latin typeface="Arial"/>
                <a:ea typeface="Arial"/>
                <a:cs typeface="Arial"/>
                <a:sym typeface="Arial"/>
              </a:rPr>
              <a:t>Jesús J. Amat Pamies, José A. Celada Guerrero, Fátima Goiri Presmanes, José María Sevilla Avendaño y Judit del Valle Molina</a:t>
            </a:r>
            <a:endParaRPr b="0" i="0" sz="35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400"/>
              <a:buFont typeface="Arial"/>
              <a:buNone/>
            </a:pPr>
            <a:r>
              <a:t/>
            </a:r>
            <a:endParaRPr b="0" i="0" sz="3800" u="none" cap="none" strike="noStrike">
              <a:solidFill>
                <a:srgbClr val="FFFFFF"/>
              </a:solidFill>
              <a:latin typeface="Arial"/>
              <a:ea typeface="Arial"/>
              <a:cs typeface="Arial"/>
              <a:sym typeface="Arial"/>
            </a:endParaRPr>
          </a:p>
        </p:txBody>
      </p:sp>
      <p:sp>
        <p:nvSpPr>
          <p:cNvPr id="101" name="Google Shape;101;p1"/>
          <p:cNvSpPr/>
          <p:nvPr/>
        </p:nvSpPr>
        <p:spPr>
          <a:xfrm>
            <a:off x="457300" y="12103075"/>
            <a:ext cx="6538200" cy="10449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000000"/>
              </a:buClr>
              <a:buSzPts val="1800"/>
              <a:buFont typeface="Arial"/>
              <a:buNone/>
            </a:pPr>
            <a:r>
              <a:rPr b="1" i="0" lang="es-ES" sz="1600" u="none" cap="none" strike="noStrike">
                <a:solidFill>
                  <a:schemeClr val="dk1"/>
                </a:solidFill>
                <a:latin typeface="Arial"/>
                <a:ea typeface="Arial"/>
                <a:cs typeface="Arial"/>
                <a:sym typeface="Arial"/>
              </a:rPr>
              <a:t>Figura 1. </a:t>
            </a:r>
            <a:r>
              <a:rPr lang="es-ES" sz="1600">
                <a:solidFill>
                  <a:schemeClr val="dk1"/>
                </a:solidFill>
              </a:rPr>
              <a:t>Análisis de componentes principales (PCA). Representación clusterizada de la población en función del IMC.</a:t>
            </a:r>
            <a:r>
              <a:rPr b="0" i="0" lang="es-E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02" name="Google Shape;102;p1"/>
          <p:cNvSpPr/>
          <p:nvPr/>
        </p:nvSpPr>
        <p:spPr>
          <a:xfrm>
            <a:off x="457300" y="16485800"/>
            <a:ext cx="6538200" cy="8925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000000"/>
              </a:buClr>
              <a:buSzPts val="1800"/>
              <a:buFont typeface="Arial"/>
              <a:buNone/>
            </a:pPr>
            <a:r>
              <a:rPr b="1" lang="es-ES" sz="1800">
                <a:solidFill>
                  <a:schemeClr val="dk1"/>
                </a:solidFill>
              </a:rPr>
              <a:t>Figura 2. </a:t>
            </a:r>
            <a:r>
              <a:rPr lang="es-ES" sz="1600">
                <a:solidFill>
                  <a:schemeClr val="dk1"/>
                </a:solidFill>
              </a:rPr>
              <a:t>Análisis de Componentes Principales (PCA): gráfica de variables, mostrando la contribución y dirección de las variables génicas en las dos primeras componentes principales.</a:t>
            </a:r>
            <a:endParaRPr b="0" i="0" sz="1800" u="none" cap="none" strike="noStrike">
              <a:solidFill>
                <a:srgbClr val="000000"/>
              </a:solidFill>
              <a:latin typeface="Arial"/>
              <a:ea typeface="Arial"/>
              <a:cs typeface="Arial"/>
              <a:sym typeface="Arial"/>
            </a:endParaRPr>
          </a:p>
        </p:txBody>
      </p:sp>
      <p:pic>
        <p:nvPicPr>
          <p:cNvPr id="103" name="Google Shape;103;p1"/>
          <p:cNvPicPr preferRelativeResize="0"/>
          <p:nvPr/>
        </p:nvPicPr>
        <p:blipFill>
          <a:blip r:embed="rId5">
            <a:alphaModFix/>
          </a:blip>
          <a:stretch>
            <a:fillRect/>
          </a:stretch>
        </p:blipFill>
        <p:spPr>
          <a:xfrm>
            <a:off x="1224812" y="9293326"/>
            <a:ext cx="5019050" cy="2809749"/>
          </a:xfrm>
          <a:prstGeom prst="rect">
            <a:avLst/>
          </a:prstGeom>
          <a:noFill/>
          <a:ln>
            <a:noFill/>
          </a:ln>
        </p:spPr>
      </p:pic>
      <p:pic>
        <p:nvPicPr>
          <p:cNvPr id="104" name="Google Shape;104;p1"/>
          <p:cNvPicPr preferRelativeResize="0"/>
          <p:nvPr/>
        </p:nvPicPr>
        <p:blipFill>
          <a:blip r:embed="rId6">
            <a:alphaModFix/>
          </a:blip>
          <a:stretch>
            <a:fillRect/>
          </a:stretch>
        </p:blipFill>
        <p:spPr>
          <a:xfrm>
            <a:off x="8898096" y="9293326"/>
            <a:ext cx="3824705" cy="2778863"/>
          </a:xfrm>
          <a:prstGeom prst="rect">
            <a:avLst/>
          </a:prstGeom>
          <a:noFill/>
          <a:ln>
            <a:noFill/>
          </a:ln>
        </p:spPr>
      </p:pic>
      <p:pic>
        <p:nvPicPr>
          <p:cNvPr id="105" name="Google Shape;105;p1"/>
          <p:cNvPicPr preferRelativeResize="0"/>
          <p:nvPr/>
        </p:nvPicPr>
        <p:blipFill>
          <a:blip r:embed="rId7">
            <a:alphaModFix/>
          </a:blip>
          <a:stretch>
            <a:fillRect/>
          </a:stretch>
        </p:blipFill>
        <p:spPr>
          <a:xfrm>
            <a:off x="1897137" y="13332775"/>
            <a:ext cx="3397501" cy="2968224"/>
          </a:xfrm>
          <a:prstGeom prst="rect">
            <a:avLst/>
          </a:prstGeom>
          <a:noFill/>
          <a:ln>
            <a:noFill/>
          </a:ln>
        </p:spPr>
      </p:pic>
      <p:sp>
        <p:nvSpPr>
          <p:cNvPr id="106" name="Google Shape;106;p1"/>
          <p:cNvSpPr/>
          <p:nvPr/>
        </p:nvSpPr>
        <p:spPr>
          <a:xfrm>
            <a:off x="225175" y="6157931"/>
            <a:ext cx="14669100" cy="1961100"/>
          </a:xfrm>
          <a:prstGeom prst="roundRect">
            <a:avLst>
              <a:gd fmla="val 9702" name="adj"/>
            </a:avLst>
          </a:prstGeom>
          <a:solidFill>
            <a:schemeClr val="lt1"/>
          </a:solidFill>
          <a:ln cap="flat" cmpd="sng" w="19050">
            <a:solidFill>
              <a:srgbClr val="757575"/>
            </a:solidFill>
            <a:prstDash val="solid"/>
            <a:miter lim="800000"/>
            <a:headEnd len="sm" w="sm" type="none"/>
            <a:tailEnd len="sm" w="sm" type="none"/>
          </a:ln>
        </p:spPr>
        <p:txBody>
          <a:bodyPr anchorCtr="0" anchor="t" bIns="45700" lIns="91425" spcFirstLastPara="1" rIns="91425" wrap="square" tIns="360000">
            <a:noAutofit/>
          </a:bodyPr>
          <a:lstStyle/>
          <a:p>
            <a:pPr indent="0" lvl="0" marL="0" marR="0" rtl="0" algn="just">
              <a:lnSpc>
                <a:spcPct val="80000"/>
              </a:lnSpc>
              <a:spcBef>
                <a:spcPts val="0"/>
              </a:spcBef>
              <a:spcAft>
                <a:spcPts val="0"/>
              </a:spcAft>
              <a:buClr>
                <a:schemeClr val="dk1"/>
              </a:buClr>
              <a:buSzPts val="1100"/>
              <a:buFont typeface="Arial"/>
              <a:buNone/>
            </a:pPr>
            <a:r>
              <a:rPr lang="es-ES" sz="1600">
                <a:solidFill>
                  <a:schemeClr val="dk1"/>
                </a:solidFill>
              </a:rPr>
              <a:t>Para este análisis en su totalidad se ha utilizado el programa RStudio. Se realizó la carga y depuración del conjunto de datos «Base de datos de los Simpson.csv», excluyendo registros incompletos. La normalidad de la expresión génica se evaluó mediante el test de Kolmogorov-Smirnoff. Se aplicó un Análisis de Componentes Principales (PCA) sobre las variables génicas, obteniéndose los scores de los primeros componentes principales. Se llevaron a cabo análisis descriptivos, visualizaciones exploratorias, clustering y heatmaps para estudiar patrones entre genes e individuos. Finalmente, para el análisis inferencial se construyó una variable binaria de obesidad (sí/no) a partir del IMC, utilizando el punto de corte de 30 kg/m², y se aplicó un modelo de regresión logística binaria ajustado por los terciles de PC1–PC3, edad y sexo.</a:t>
            </a:r>
            <a:endParaRPr b="0" sz="1600" u="none" cap="none" strike="noStrike">
              <a:solidFill>
                <a:schemeClr val="dk1"/>
              </a:solidFill>
              <a:latin typeface="Arial"/>
              <a:ea typeface="Arial"/>
              <a:cs typeface="Arial"/>
              <a:sym typeface="Arial"/>
            </a:endParaRPr>
          </a:p>
        </p:txBody>
      </p:sp>
      <p:sp>
        <p:nvSpPr>
          <p:cNvPr id="107" name="Google Shape;107;p1"/>
          <p:cNvSpPr/>
          <p:nvPr/>
        </p:nvSpPr>
        <p:spPr>
          <a:xfrm>
            <a:off x="535836" y="5839802"/>
            <a:ext cx="5838000" cy="633000"/>
          </a:xfrm>
          <a:prstGeom prst="roundRect">
            <a:avLst>
              <a:gd fmla="val 16667" name="adj"/>
            </a:avLst>
          </a:prstGeom>
          <a:gradFill>
            <a:gsLst>
              <a:gs pos="0">
                <a:srgbClr val="59C2E3"/>
              </a:gs>
              <a:gs pos="100000">
                <a:srgbClr val="4196C9"/>
              </a:gs>
            </a:gsLst>
            <a:lin ang="2700000" scaled="0"/>
          </a:gradFill>
          <a:ln cap="flat" cmpd="sng" w="1905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Arial"/>
                <a:ea typeface="Arial"/>
                <a:cs typeface="Arial"/>
                <a:sym typeface="Arial"/>
              </a:rPr>
              <a:t>METODOLOGÍA</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7541350" y="16485800"/>
            <a:ext cx="6538200" cy="8925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chemeClr val="dk1"/>
              </a:buClr>
              <a:buSzPts val="1800"/>
              <a:buFont typeface="Arial"/>
              <a:buNone/>
            </a:pPr>
            <a:r>
              <a:rPr b="1" lang="es-ES" sz="1800">
                <a:solidFill>
                  <a:schemeClr val="dk1"/>
                </a:solidFill>
              </a:rPr>
              <a:t>Tabla 1. </a:t>
            </a:r>
            <a:r>
              <a:rPr lang="es-ES" sz="1800">
                <a:solidFill>
                  <a:schemeClr val="dk1"/>
                </a:solidFill>
              </a:rPr>
              <a:t>Modelo de regresión logística binaria. Usando el IMC como referencia frente a la edad y el sexo.</a:t>
            </a:r>
            <a:endParaRPr b="0" i="0" sz="1800" u="none" cap="none" strike="noStrike">
              <a:solidFill>
                <a:srgbClr val="000000"/>
              </a:solidFill>
              <a:latin typeface="Arial"/>
              <a:ea typeface="Arial"/>
              <a:cs typeface="Arial"/>
              <a:sym typeface="Arial"/>
            </a:endParaRPr>
          </a:p>
        </p:txBody>
      </p:sp>
      <p:sp>
        <p:nvSpPr>
          <p:cNvPr id="109" name="Google Shape;109;p1"/>
          <p:cNvSpPr/>
          <p:nvPr/>
        </p:nvSpPr>
        <p:spPr>
          <a:xfrm>
            <a:off x="7747575" y="12103079"/>
            <a:ext cx="6538200" cy="1044900"/>
          </a:xfrm>
          <a:prstGeom prst="roundRect">
            <a:avLst>
              <a:gd fmla="val 166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000000"/>
              </a:buClr>
              <a:buSzPts val="1800"/>
              <a:buFont typeface="Arial"/>
              <a:buNone/>
            </a:pPr>
            <a:r>
              <a:rPr b="1" lang="es-ES" sz="1600">
                <a:solidFill>
                  <a:schemeClr val="dk1"/>
                </a:solidFill>
              </a:rPr>
              <a:t>Figura 3. </a:t>
            </a:r>
            <a:r>
              <a:rPr lang="es-ES" sz="1600">
                <a:solidFill>
                  <a:schemeClr val="dk1"/>
                </a:solidFill>
              </a:rPr>
              <a:t>Heatmap de las correlaciones de Spearman entre las variables de expresión génica y las componentes principales (PCs).</a:t>
            </a:r>
            <a:endParaRPr b="0" i="0" sz="1600" u="none" cap="none" strike="noStrike">
              <a:solidFill>
                <a:schemeClr val="dk1"/>
              </a:solidFill>
              <a:latin typeface="Arial"/>
              <a:ea typeface="Arial"/>
              <a:cs typeface="Arial"/>
              <a:sym typeface="Arial"/>
            </a:endParaRPr>
          </a:p>
        </p:txBody>
      </p:sp>
      <p:pic>
        <p:nvPicPr>
          <p:cNvPr id="110" name="Google Shape;110;p1"/>
          <p:cNvPicPr preferRelativeResize="0"/>
          <p:nvPr/>
        </p:nvPicPr>
        <p:blipFill>
          <a:blip r:embed="rId8">
            <a:alphaModFix/>
          </a:blip>
          <a:stretch>
            <a:fillRect/>
          </a:stretch>
        </p:blipFill>
        <p:spPr>
          <a:xfrm>
            <a:off x="7285848" y="13709392"/>
            <a:ext cx="7049227" cy="2153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2025-04-21T10:03:24Z</dcterms:created>
  <dc:creator>Victor  de la O Pascual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